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1097280"/>
            <a:ext cx="3657600" cy="3657600"/>
          </a:xfrm>
          <a:prstGeom prst="ellipse">
            <a:avLst/>
          </a:prstGeom>
          <a:solidFill>
            <a:srgbClr val="F96167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280160" y="3291840"/>
            <a:ext cx="3291840" cy="3291840"/>
          </a:xfrm>
          <a:prstGeom prst="ellipse">
            <a:avLst/>
          </a:prstGeom>
          <a:solidFill>
            <a:srgbClr val="F9E795">
              <a:alpha val="1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54864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649224"/>
            <a:ext cx="713232" cy="7132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594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TEAM MEWPILOT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73736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Copilot CLI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40080" y="3520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scrappy dev team. A demo deadline. One very capable new teammate.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4480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·  Skills  ·  Scenarios  ·  Automations  ·  Budget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" y="640080"/>
            <a:ext cx="914400" cy="91440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7864" y="740664"/>
            <a:ext cx="713232" cy="7132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Monday, 9am.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3566160" y="502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Team Mewpilot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3566160" y="137160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half-finished task tracker.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on Friday.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idea GitHub Copilot CLI is about to become their most valuable teammate.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566160" y="35204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"Let's go find out." — Team Mewpilot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6616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the story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This Lab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" y="1751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repo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copilot-cli-lab/ - a shared codebase (sample-app/) the whole story runs on.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9184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29184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1" name="Shape 8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070" y="1751990"/>
            <a:ext cx="427939" cy="42793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2062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story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347472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is a "day" in Team Mewpilot's sprint, told through the same characters.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126480" y="1371600"/>
            <a:ext cx="260604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FE3D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26480" y="1371600"/>
            <a:ext cx="2606040" cy="109728"/>
          </a:xfrm>
          <a:prstGeom prst="rect">
            <a:avLst/>
          </a:prstGeom>
          <a:solidFill>
            <a:srgbClr val="2F3C7E"/>
          </a:solidFill>
          <a:ln/>
        </p:spPr>
      </p:sp>
      <p:sp>
        <p:nvSpPr>
          <p:cNvPr id="17" name="Shape 13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9710" y="1751990"/>
            <a:ext cx="427939" cy="427939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04088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3C7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first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309360" y="2423160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lab runs real Copilot CLI commands against real code - not slides about theory.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5A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how it works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1 · SETUP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Mewpilot Gets Tooled Up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authenticate, and run GitHub Copilot CLI for the first time - against the real sample-app.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what it would fix first in this codebase.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1 · setup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2 · GLOBAL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 the House Rules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getting different answers. Time to set house rules that apply on every project, on any laptop.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global instruction, then a global skill - and prove it works outside this repo too.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2 · global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3 · LOCAL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Project-Local Skills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codebase has its own quirks global rules don't cover - and real local skills are already set up. Day 3 is about exploring them.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review the code and watch the pre-built task-id-guard skill kick in.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3 · local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4 · COST-SAVING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Working Smart, Not Expensive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slash commands, one real bug, five cost-saving habits - plan, research, and parallelize before you spend a single token.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duplicate task-id bug, then count how many sessions it would've taken without these habits.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4 · cost-saving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5 · AUTOMATE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Automating the Busywork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/chronicles cost-tip template plus a 9am scheduled issue triage (/every) - the team's morning report writes itself.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the 9am triage prompt, then watch a fresh chronicle appear before your first coffee.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5 · automate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DAY 6 · SHOW OFF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Deck With /pptx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pptx skill that built this deck can build yours - straight from this repo's READMEs and commit history.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Copilot to build a 6-8 slide demo-day deck from this repo, then present it in under 2 minutes.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day 6 · show off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3931920"/>
            <a:ext cx="2377440" cy="2377440"/>
          </a:xfrm>
          <a:prstGeom prst="ellipse">
            <a:avLst/>
          </a:prstGeom>
          <a:solidFill>
            <a:srgbClr val="F96167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02920"/>
            <a:ext cx="868680" cy="86868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195" y="598475"/>
            <a:ext cx="677570" cy="6775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002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BONUS · BUDGET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34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Keeping the Sprint Sustainable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548640" y="2148840"/>
            <a:ext cx="8046720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22402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rolling this out org-wide, the team checks seats, usage, and budget alerts in GitHub billing.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3429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Copilot usage in Settings → Billing, and guess your monthly spend before you look.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B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copilot-cli-lab · bonus · budget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737360"/>
            <a:ext cx="3291840" cy="3291840"/>
          </a:xfrm>
          <a:prstGeom prst="ellipse">
            <a:avLst/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703320" y="502920"/>
            <a:ext cx="1005840" cy="10058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962" y="613562"/>
            <a:ext cx="784555" cy="7845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737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Day. Team Mewpilot Ships It.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14400" y="25603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Global &amp; Local Skills → Real Scenarios → Custom Skills → Daily Automations → Budget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FFF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all with GitHub Copilot CLI as the newest member of the team.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97280" y="3703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E7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go run it yourself: copilot-cli-lab/README.md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CLI Hands-On Lab</dc:title>
  <dc:subject>PptxGenJS Presentation</dc:subject>
  <dc:creator>Team Mewpilot</dc:creator>
  <cp:lastModifiedBy>Team Mewpilot</cp:lastModifiedBy>
  <cp:revision>1</cp:revision>
  <dcterms:created xsi:type="dcterms:W3CDTF">2026-07-08T12:35:35Z</dcterms:created>
  <dcterms:modified xsi:type="dcterms:W3CDTF">2026-07-08T12:35:35Z</dcterms:modified>
</cp:coreProperties>
</file>