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keep global instructions VERY lean to optimize token usage - they are resent on every single turn, in every project, forever, so every extra line is a permanent, repeating cost. Two rules (commit convention + sign-off) is deliberately the whole file. Anything project-specific belongs in a local skill (Day 3)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097280"/>
            <a:ext cx="3657600" cy="365760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3291840"/>
            <a:ext cx="3291840" cy="329184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649224"/>
            <a:ext cx="713232" cy="7132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594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MEWPILOT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Copilot CLI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4008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scrappy dev team. A demo deadline. One very capable new teammate.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Skills  ·  Scenarios  ·  Automations  ·  Budget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64008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7406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Monday, 9am.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3566160" y="502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Team Mewpilot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3566160" y="13716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half-finished task tracker.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on Friday.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GitHub Copilot CLI is about to become their most valuable teammate.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3520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"Let's go find out." — Team Mewpilot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6616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the story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This Lab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" y="1751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repo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copilot-cli-lab/ - a shared codebase (sample-app/) the whole story runs 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9184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347472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070" y="175199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47472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is a "day" in Team Mewpilot's sprint, told through the same characters.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7" name="Shape 13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710" y="1751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4088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first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30936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runs real Copilot CLI commands against real code - not slides about theory.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how it works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1 · SETUP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Mewpilot Gets Tooled Up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authenticate, and run GitHub Copilot CLI for the first time - against the real sample-app.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what it would fix first in this codebase.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1 · setup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2 · GLOBAL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 the House Rules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getting different answers. Time to set two lean house rules that apply on every project, on any laptop - and nothing more.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template, then confirm every response ends with "by mewpilot".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2 · global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3 · LOCAL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Project-Local Skills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codebase has its own quirks global rules don't cover - and real local skills are already set up. Day 3 is about exploring them.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review the code and watch the pre-built duplicate-task-checker skill kick in.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3 · local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4 · COST-SAVING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Smart, Not Expensive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new feature, one lingering bug, six cost-saving habits - research, plan, and parallelize before you spend a single token.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color-coded priority badges, fix the duplicate task-id bug, then watch /context and /usage prove the savings.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4 · cost-saving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5 · AUTOMATE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Automating the Busywork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dumb-simple: one /every prompt that reports token usage daily. Then level up with a ready-made GitHub Copilot App template.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the one-line token-usage check, then browse the Copilot App's automation templates for the real morning report.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5 · automate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6 · SHOW OFF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Deck With /pptx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pptx skill that built this deck can build yours - straight from this repo's READMEs and commit history.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build a 6-8 slide demo-day deck from this repo, then present it in under 2 minutes.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6 · show off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· BUDGET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Keeping the Sprint Sustainable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rolling this out org-wide, the team checks seats, usage, and budget alerts in GitHub billing.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Copilot usage in Settings → Billing, and guess your monthly spend before you look.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bonus · budget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-1737360"/>
            <a:ext cx="3291840" cy="329184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703320" y="50292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3962" y="613562"/>
            <a:ext cx="784555" cy="7845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Day. Team Mewpilot Ships It.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Global &amp; Local Skills → Real Scenarios → Custom Skills → Daily Automations → Budget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all with GitHub Copilot CLI as the newest member of the team.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3703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go run it yourself: copilot-cli-lab/README.md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CLI Hands-On Lab</dc:title>
  <dc:subject>PptxGenJS Presentation</dc:subject>
  <dc:creator>Team Mewpilot</dc:creator>
  <cp:lastModifiedBy>Team Mewpilot</cp:lastModifiedBy>
  <cp:revision>1</cp:revision>
  <dcterms:created xsi:type="dcterms:W3CDTF">2026-07-08T17:04:51Z</dcterms:created>
  <dcterms:modified xsi:type="dcterms:W3CDTF">2026-07-08T17:04:51Z</dcterms:modified>
</cp:coreProperties>
</file>