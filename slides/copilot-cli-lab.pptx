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note: keep global instructions VERY lean to optimize token usage - they are resent on every single turn, in every project, forever, so every extra line is a permanent, repeating cost. Two rules (commit convention + sign-off) is deliberately the whole file. Anything project-specific belongs in a local skill (Day 3)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1097280"/>
            <a:ext cx="3657600" cy="3657600"/>
          </a:xfrm>
          <a:prstGeom prst="ellipse">
            <a:avLst/>
          </a:prstGeom>
          <a:solidFill>
            <a:srgbClr val="F96167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280160" y="3291840"/>
            <a:ext cx="3291840" cy="3291840"/>
          </a:xfrm>
          <a:prstGeom prst="ellipse">
            <a:avLst/>
          </a:prstGeom>
          <a:solidFill>
            <a:srgbClr val="F9E795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548640"/>
            <a:ext cx="914400" cy="9144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649224"/>
            <a:ext cx="713232" cy="7132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594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 MEWPILOT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173736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GitHub Copilot CLI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Lab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640080" y="3520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scrappy dev team. A demo deadline. One very capable new teammate.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44805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·  Skills  ·  Scenarios  ·  Automations  ·  Budget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0" cy="514350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" y="640080"/>
            <a:ext cx="914400" cy="9144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864" y="740664"/>
            <a:ext cx="713232" cy="7132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82880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Monday, 9am.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3566160" y="5029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Team Mewpilot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3566160" y="137160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half-finished task tracker.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on Friday.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idea GitHub Copilot CLI is about to become their most valuable teammate.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566160" y="35204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"Let's go find out." — Team Mewpilot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56616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5A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the story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This Lab Works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06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371600"/>
            <a:ext cx="2606040" cy="109728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6916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0430" y="1751990"/>
            <a:ext cx="427939" cy="4279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repo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40080" y="242316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copilot-cli-lab/ - a shared codebase (sample-app/) the whole story runs on.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291840" y="1371600"/>
            <a:ext cx="2606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91840" y="1371600"/>
            <a:ext cx="2606040" cy="109728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1" name="Shape 8"/>
          <p:cNvSpPr/>
          <p:nvPr/>
        </p:nvSpPr>
        <p:spPr>
          <a:xfrm>
            <a:off x="3474720" y="16916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070" y="1751990"/>
            <a:ext cx="427939" cy="42793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206240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story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3474720" y="242316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 is a "day" in Team Mewpilot's sprint, told through the same characters.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126480" y="1371600"/>
            <a:ext cx="2606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26480" y="1371600"/>
            <a:ext cx="2606040" cy="109728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7" name="Shape 13"/>
          <p:cNvSpPr/>
          <p:nvPr/>
        </p:nvSpPr>
        <p:spPr>
          <a:xfrm>
            <a:off x="6309360" y="16916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9710" y="1751990"/>
            <a:ext cx="427939" cy="42793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040880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first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6309360" y="242316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 runs real Copilot CLI commands against real code - not slides about theory.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5A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how it works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1 · SETUP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Mewpilot Gets Tooled Up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Install, authenticate, and run GitHub Copilot CLI for the first time - against the real sample-app.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Copilot what it would fix first in this codebase.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1 · setup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2 · GLOBAL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Setting the House Rules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was getting different answers. Time to set two lean house rules that apply on every project, on any laptop - and nothing more.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template, then confirm every response ends with "by mewpilot".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2 · global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3 · LOCAL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Project-Local Skills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codebase has its own quirks global rules don't cover - and real local skills are already set up. Day 3 is about exploring them.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Copilot to review the code and watch the pre-built duplicate-task-checker skill kick in.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3 · local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4 · COST-SAVING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Working Smart, Not Expensive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visible new feature, one lingering bug, six cost-saving habits, plus three tool-choice habits: grep/glob over bash, file refs not pastes, subagents for exploration.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color-coded priority badges, fix the duplicate task-id bug, then watch /context and /usage prove the savings.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4 · cost-saving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5 · AUTOMATE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Automating the Busywork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dumb-simple: one /every prompt that reports token usage daily. Then level up with a ready-made GitHub Copilot App template.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the one-line token-usage check, then browse the Copilot App's automation templates for the real morning report.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5 · automate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6 · SHOW OFF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Deck With /pptx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pptx skill that built this deck can build yours - straight from this repo's READMEs and commit history.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Copilot to build a 6-8 slide demo-day deck from this repo, then present it in under 2 minutes.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6 · show off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BONUS · BUDGET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Keeping the Sprint Sustainable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rolling this out org-wide, the team checks seats, usage, and budget alerts in GitHub billing.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Copilot usage in Settings → Billing, and guess your monthly spend before you look.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bonus · budget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-1737360"/>
            <a:ext cx="3291840" cy="3291840"/>
          </a:xfrm>
          <a:prstGeom prst="ellipse">
            <a:avLst/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703320" y="50292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3962" y="613562"/>
            <a:ext cx="784555" cy="78455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737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Day. Team Mewpilot Ships It.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14400" y="25603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→ Global &amp; Local Skills → Real Scenarios → Custom Skills → Daily Automations → Budget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all with GitHub Copilot CLI as the newest member of the team.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97280" y="37033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 go run it yourself: copilot-cli-lab/README.md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Copilot CLI Hands-On Lab</dc:title>
  <dc:subject>PptxGenJS Presentation</dc:subject>
  <dc:creator>Team Mewpilot</dc:creator>
  <cp:lastModifiedBy>Team Mewpilot</cp:lastModifiedBy>
  <cp:revision>1</cp:revision>
  <dcterms:created xsi:type="dcterms:W3CDTF">2026-07-08T17:29:47Z</dcterms:created>
  <dcterms:modified xsi:type="dcterms:W3CDTF">2026-07-08T17:29:47Z</dcterms:modified>
</cp:coreProperties>
</file>