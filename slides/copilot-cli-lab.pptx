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097280"/>
            <a:ext cx="3657600" cy="365760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3291840"/>
            <a:ext cx="3291840" cy="329184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6492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MEWPILOT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Copilot CLI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scrappy dev team. A demo deadline. One very capable new teammate.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Skills  ·  Scenarios  ·  Automations  ·  Budget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64008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7406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9am.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3566160" y="502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Team Mewpilot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566160" y="13716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task tracker.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on Friday.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GitHub Copilot CLI is about to become their most valuable teammate.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3520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"Let's go find out." — Team Mewpilot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the story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copilot-cli-lab/ - a shared codebase (sample-app/) the whole story runs 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is a "day" in Team Mewpilot's sprint, told through the same characters.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first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runs real Copilot CLI commands against real code - not slides about theory.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how it works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 · SETUP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Mewpilot Gets Tooled Up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authenticate, and run GitHub Copilot CLI for the first time - against the real sample-app.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what it would fix first in this codebase.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1 · setup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2 · GLOBAL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House Rules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getting different answers. Time to set house rules that apply on every project, on any laptop.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global instruction, then a global skill - and prove it works outside this repo too.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2 · global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3 · LOCAL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Project-Local Skills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codebase has its own quirks global rules don't cover - and real local skills are already set up. Day 3 is about exploring them.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review the code and watch the pre-built duplicate-task-checker skill kick in.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3 · local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4 · COST-SAVING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Smart, Not Expensive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slash commands, one real bug, five cost-saving habits - research, plan, and parallelize before you spend a single token.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duplicate task-id bug, then count how many sessions it would've taken without these habits.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4 · cost-saving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5 · AUTOMATE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the Busywork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/chronicle cost-tip template plus a 9am scheduled issue triage (/every) - the team's morning report writes itself.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9am triage prompt, then watch a fresh chronicle appear before your first coffee.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5 · automate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6 · SHOW OFF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Deck With /pptx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pptx skill that built this deck can build yours - straight from this repo's READMEs and commit history.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build a 6-8 slide demo-day deck from this repo, then present it in under 2 minutes.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6 · show off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· BUDGET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Keeping the Sprint Sustainable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rolling this out org-wide, the team checks seats, usage, and budget alerts in GitHub billing.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Copilot usage in Settings → Billing, and guess your monthly spend before you look.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bonus · budget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737360"/>
            <a:ext cx="3291840" cy="329184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03320" y="50292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962" y="613562"/>
            <a:ext cx="784555" cy="7845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Day. Team Mewpilot Ships It.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Global &amp; Local Skills → Real Scenarios → Custom Skills → Daily Automations →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all with GitHub Copilot CLI as the newest member of the team.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703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go run it yourself: copilot-cli-lab/README.md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CLI Hands-On Lab</dc:title>
  <dc:subject>PptxGenJS Presentation</dc:subject>
  <dc:creator>Team Mewpilot</dc:creator>
  <cp:lastModifiedBy>Team Mewpilot</cp:lastModifiedBy>
  <cp:revision>1</cp:revision>
  <dcterms:created xsi:type="dcterms:W3CDTF">2026-07-08T12:50:34Z</dcterms:created>
  <dcterms:modified xsi:type="dcterms:W3CDTF">2026-07-08T12:50:34Z</dcterms:modified>
</cp:coreProperties>
</file>