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MEWPILOT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 CLI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scrappy dev team. A demo deadline. One very capable new teammate.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Skills  ·  Scenarios  ·  Automations  ·  Budget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4008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74066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Monday, 9am.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566160" y="502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Team Mewpilot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half-finished task tracker.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on Friday.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GitHub Copilot CLI is about to become their most valuable teammate.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3520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"Let's go find out." — Team Mewpilot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the story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Lab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3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7519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repo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copilot-cli-lab/ - a shared codebase (sample-app/) the whole story runs 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3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371600"/>
            <a:ext cx="2606040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70" y="17519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74720" y="24231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is a "day" in Team Mewpilot's sprint, told through the same characters.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3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371600"/>
            <a:ext cx="2606040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17519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first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309360" y="24231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runs real Copilot CLI commands against real code - not slides about theory.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how it works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SETUP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Mewpilot Gets Tooled Up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authenticate, and run GitHub Copilot CLI for the first time - against the real sample-app.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what it would fix first in this codebase.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1 · setup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GLOBAL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the House Rules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was getting different answers. Time to set house rules that apply on every project, on any laptop.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global instruction, then a global skill - and prove it works outside this repo too.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2 · global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LOCAL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Project-Local Skills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rules are great, but this codebase has its own quirks. Local skills scope Copilot to just this project.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local skill just for sample-app, and compare it to Day 2's global one.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3 · local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SCENARIOS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Bug That Stumped the Team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/plan, /research, /fleet, /rubberduck, /chronicles - five ways Copilot CLI helps hunt down a real, reproducible bug.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duplicate task-id bug and watch the failing test turn green.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4 · scenarios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CUSTOM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Own Teammate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/create-skill builds a skill in Team Mewpilot's own voice. /handoff passes context to whoever picks up next.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your session cold to a teammate and see if they can pick up without missing a beat.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5 · custom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6 · AUTOMATE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the Busywork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Copilot App's /new keeps context clean between tasks; /compact tidies up before a handoff.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/new for a fresh task, then /compact before wrapping up for the day.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day 6 · automate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931920"/>
            <a:ext cx="2377440" cy="237744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598475"/>
            <a:ext cx="677570" cy="677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BUDGET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the Sprint Sustainable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04672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rolling this out org-wide, the team checks seats, usage, and budget alerts in GitHub billing.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Copilot usage in Settings → Billing, and guess your monthly spend before you look.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copilot-cli-lab · bonus · budget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737360"/>
            <a:ext cx="3291840" cy="329184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703320" y="5029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962" y="613562"/>
            <a:ext cx="784555" cy="784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Day. Team Mewpilot Ships It.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Global &amp; Local Skills → Real Scenarios → Custom Skills → Daily Automations → Budget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 with GitHub Copilot CLI as the newest member of the team.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go run it yourself: copilot-cli-lab/README.md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CLI Hands-On Lab</dc:title>
  <dc:subject>PptxGenJS Presentation</dc:subject>
  <dc:creator>Team Mewpilot</dc:creator>
  <cp:lastModifiedBy>Team Mewpilot</cp:lastModifiedBy>
  <cp:revision>1</cp:revision>
  <dcterms:created xsi:type="dcterms:W3CDTF">2026-07-08T12:20:29Z</dcterms:created>
  <dcterms:modified xsi:type="dcterms:W3CDTF">2026-07-08T12:20:29Z</dcterms:modified>
</cp:coreProperties>
</file>