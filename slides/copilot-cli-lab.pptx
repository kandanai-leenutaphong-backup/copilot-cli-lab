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note: keep global instructions VERY lean to optimize token usage - they are resent on every single turn, in every project, forever, so every extra line is a permanent, repeating cost. Two rules (commit convention + sign-off) is deliberately the whole file. Anything project-specific belongs in a local skill (Day 3)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097280"/>
            <a:ext cx="3657600" cy="3657600"/>
          </a:xfrm>
          <a:prstGeom prst="ellipse">
            <a:avLst/>
          </a:prstGeom>
          <a:solidFill>
            <a:srgbClr val="F96167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3291840"/>
            <a:ext cx="3291840" cy="329184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649224"/>
            <a:ext cx="713232" cy="7132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594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MEWPILOT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17373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Copilot CLI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Lab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640080" y="3520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scrappy dev team. A demo deadline. One very capable new teammate.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4480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Skills  ·  Scenarios  ·  Automations  ·  Budget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0" cy="51435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" y="64008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740664"/>
            <a:ext cx="713232" cy="713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82880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Monday, 9am.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3566160" y="502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Team Mewpilot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3566160" y="13716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half-finished task tracker.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on Friday.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idea GitHub Copilot CLI is about to become their most valuable teammate.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566160" y="3520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"Let's go find out." — Team Mewpilot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6616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the story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This Lab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430" y="17519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repo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008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copilot-cli-lab/ - a shared codebase (sample-app/) the whole story runs 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9184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1" name="Shape 8"/>
          <p:cNvSpPr/>
          <p:nvPr/>
        </p:nvSpPr>
        <p:spPr>
          <a:xfrm>
            <a:off x="347472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070" y="1751990"/>
            <a:ext cx="427939" cy="42793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0624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story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347472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is a "day" in Team Mewpilot's sprint, told through the same characters.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2648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2648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7" name="Shape 13"/>
          <p:cNvSpPr/>
          <p:nvPr/>
        </p:nvSpPr>
        <p:spPr>
          <a:xfrm>
            <a:off x="630936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710" y="1751990"/>
            <a:ext cx="427939" cy="42793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4088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first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630936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runs real Copilot CLI commands against real code - not slides about theory.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how it works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1 · SETUP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Mewpilot Gets Tooled Up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authenticate, and run GitHub Copilot CLI for the first time - against the real sample-app.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what it would fix first in this codebase.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1 · setup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2 · GLOBAL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 the House Rules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getting different answers. Time to set two lean house rules that apply on every project, on any laptop - and nothing more.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template, then confirm every response ends with "by mewpilot".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2 · global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731520" cy="731520"/>
          </a:xfrm>
          <a:prstGeom prst="ellipse">
            <a:avLst/>
          </a:prstGeom>
          <a:solidFill>
            <a:srgbClr val="2F3C7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667" y="537667"/>
            <a:ext cx="570586" cy="5705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Window &amp; Tokens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2nd turn is often cheaper than the 1st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1783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1ST LOOP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828800" y="1783080"/>
            <a:ext cx="1371600" cy="502920"/>
          </a:xfrm>
          <a:prstGeom prst="rect">
            <a:avLst/>
          </a:prstGeom>
          <a:solidFill>
            <a:srgbClr val="F96167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828800" y="1783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&amp; tools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73552" y="1783080"/>
            <a:ext cx="1371600" cy="502920"/>
          </a:xfrm>
          <a:prstGeom prst="rect">
            <a:avLst/>
          </a:prstGeom>
          <a:solidFill>
            <a:srgbClr val="2F3C7E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73552" y="1783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718304" y="1783080"/>
            <a:ext cx="1371600" cy="502920"/>
          </a:xfrm>
          <a:prstGeom prst="rect">
            <a:avLst/>
          </a:prstGeom>
          <a:solidFill>
            <a:srgbClr val="F96167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18304" y="1783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163056" y="1783080"/>
            <a:ext cx="1371600" cy="502920"/>
          </a:xfrm>
          <a:prstGeom prst="rect">
            <a:avLst/>
          </a:prstGeom>
          <a:solidFill>
            <a:srgbClr val="2F3C7E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63056" y="1783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35000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billed as input/output tokens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2880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2ND LOOP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828800" y="2880360"/>
            <a:ext cx="2377440" cy="502920"/>
          </a:xfrm>
          <a:prstGeom prst="rect">
            <a:avLst/>
          </a:prstGeom>
          <a:solidFill>
            <a:srgbClr val="F9E795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8288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cached: system prompt, prompt, file, response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279392" y="2880360"/>
            <a:ext cx="1371600" cy="502920"/>
          </a:xfrm>
          <a:prstGeom prst="rect">
            <a:avLst/>
          </a:prstGeom>
          <a:solidFill>
            <a:srgbClr val="2F3C7E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279392" y="28803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prompt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724144" y="2880360"/>
            <a:ext cx="1371600" cy="502920"/>
          </a:xfrm>
          <a:prstGeom prst="rect">
            <a:avLst/>
          </a:prstGeom>
          <a:solidFill>
            <a:srgbClr val="F96167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24144" y="28803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file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168896" y="2880360"/>
            <a:ext cx="1371600" cy="502920"/>
          </a:xfrm>
          <a:prstGeom prst="rect">
            <a:avLst/>
          </a:prstGeom>
          <a:solidFill>
            <a:srgbClr val="2F3C7E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168896" y="28803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344728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input tokens - not guaranteed, usually cheaper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stable global instructions &amp; local skills (Day 2/3) are prime candidates for caching - they rarely change between turns.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concept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Biggest Levers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optimizing quality &amp; tokens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9319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3931920" cy="10972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783080"/>
            <a:ext cx="548640" cy="548640"/>
          </a:xfrm>
          <a:prstGeom prst="ellipse">
            <a:avLst/>
          </a:prstGeom>
          <a:solidFill>
            <a:srgbClr val="2F3C7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1843430"/>
            <a:ext cx="427939" cy="42793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783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choice &amp; auto mode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2423160"/>
            <a:ext cx="35204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models (Opus, GPT-5.5) - sync tasks: planning, debugging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Mid-tier (Sonnet, GPT-5.4) - everyday async implementation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Light-tier (Haiku, GPT-mini) - small, repetitive refactors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Mode - a fine, lazy default when unsure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709160" y="1508760"/>
            <a:ext cx="3977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1508760"/>
            <a:ext cx="3977640" cy="109728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12" name="Shape 9"/>
          <p:cNvSpPr/>
          <p:nvPr/>
        </p:nvSpPr>
        <p:spPr>
          <a:xfrm>
            <a:off x="4937760" y="1783080"/>
            <a:ext cx="548640" cy="548640"/>
          </a:xfrm>
          <a:prstGeom prst="ellipse">
            <a:avLst/>
          </a:prstGeom>
          <a:solidFill>
            <a:srgbClr val="2F3C7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110" y="1843430"/>
            <a:ext cx="427939" cy="42793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69280" y="17830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Provide only relevant context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937760" y="242316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much as required, as little as necessary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files by path - don't paste 50K-char blobs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/clear or start a new session often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heavy exploration to subagents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concept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3 · LOCAL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Project-Local Skills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codebase has its own quirks global rules don't cover - and real local skills are already set up. Day 3 is about exploring them.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to review the code and watch the pre-built duplicate-task-checker skill kick in.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3 · local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4 · COST-SAVING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Smart, Not Expensive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visible new feature, one lingering bug, six cost-saving habits, plus three tool-choice habits: grep/glob over bash, file refs not pastes, subagents for exploration.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color-coded priority badges, fix the duplicate task-id bug, then watch /context and /usage prove the savings.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4 · cost-saving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Divide and Conquer Your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→ Plan → Implement, in three separate terminals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00200"/>
            <a:ext cx="2560320" cy="10972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0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/research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&amp; narrow down the approach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017520" y="23774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6167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246120" y="160020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600200"/>
            <a:ext cx="256032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0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29000" y="2103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29000" y="2606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findings into a precise spec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806440" y="23774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6167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035040" y="160020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600200"/>
            <a:ext cx="2560320" cy="109728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0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17920" y="2103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/fleet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17920" y="2606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in parallel workstreams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hands the next a distilled summary - not its full context. Three lean sessions beat one session paying for everything, stacked.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concept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5 · AUTOMATE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Automating the Busywork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dumb-simple: one /every prompt that reports token usage daily. Then level up with a ready-made GitHub Copilot App template.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the one-line token-usage check, then browse the Copilot App's automation templates for the real morning report.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5 · automate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6 · SHOW OFF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Deck With /pptx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pptx skill that built this deck can build yours - straight from this repo's READMEs and commit history.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to build a 6-8 slide demo-day deck from this repo, then present it in under 2 minutes.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6 · show off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· BUDGET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Keeping the Sprint Sustainable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rolling this out org-wide, the team checks seats, usage, and budget alerts in GitHub billing.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Copilot usage in Settings → Billing, and guess your monthly spend before you look.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bonus · budget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&amp; Budgeting, In Brief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430" y="17519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billing layers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24231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per-seat cost, plus usage-based premium requests/tokens driven by model choice &amp; context size.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9184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1" name="Shape 8"/>
          <p:cNvSpPr/>
          <p:nvPr/>
        </p:nvSpPr>
        <p:spPr>
          <a:xfrm>
            <a:off x="347472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070" y="1751990"/>
            <a:ext cx="427939" cy="42793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0624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Layered budgets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474720" y="24231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caps, with team/project budgets underneath, so one workflow can't blow the whole spend.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26480" y="137160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2648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7" name="Shape 13"/>
          <p:cNvSpPr/>
          <p:nvPr/>
        </p:nvSpPr>
        <p:spPr>
          <a:xfrm>
            <a:off x="630936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710" y="1751990"/>
            <a:ext cx="427939" cy="42793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4088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levers, same bill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309360" y="24231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tier + context size (Day 2-4 habits) are exactly what drives the usage-based portion of the bill.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concept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-1737360"/>
            <a:ext cx="3291840" cy="3291840"/>
          </a:xfrm>
          <a:prstGeom prst="ellipse">
            <a:avLst/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703320" y="50292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3962" y="613562"/>
            <a:ext cx="784555" cy="78455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737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Day. Team Mewpilot Ships It.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14400" y="2560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Global &amp; Local Skills → Real Scenarios → Custom Skills → Daily Automations → Budget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all with GitHub Copilot CLI as the newest member of the team.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" y="3703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 go run it yourself: copilot-cli-lab/README.md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CLI Hands-On Lab</dc:title>
  <dc:subject>PptxGenJS Presentation</dc:subject>
  <dc:creator>Team Mewpilot</dc:creator>
  <cp:lastModifiedBy>Team Mewpilot</cp:lastModifiedBy>
  <cp:revision>1</cp:revision>
  <dcterms:created xsi:type="dcterms:W3CDTF">2026-07-08T18:13:13Z</dcterms:created>
  <dcterms:modified xsi:type="dcterms:W3CDTF">2026-07-08T18:13:13Z</dcterms:modified>
</cp:coreProperties>
</file>